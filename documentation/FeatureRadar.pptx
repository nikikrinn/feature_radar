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876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B5F23D">
              <a:alpha val="10000"/>
            </a:srgbClr>
          </a:solidFill>
          <a:ln w="19050">
            <a:solidFill>
              <a:srgbClr val="B5F23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035040" y="-365760"/>
            <a:ext cx="3657600" cy="3657600"/>
          </a:xfrm>
          <a:prstGeom prst="ellipse">
            <a:avLst/>
          </a:prstGeom>
          <a:solidFill>
            <a:srgbClr val="B5F23D">
              <a:alpha val="6000"/>
            </a:srgbClr>
          </a:solidFill>
          <a:ln w="12700">
            <a:solidFill>
              <a:srgbClr val="B5F2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RADAR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99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Project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  ·  Spotify API Integration  ·  React + Node.js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who your artist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Feature Radar?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core functionality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023360" cy="356616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Radar is a web application that lets users search for any music artist and visualize their entire collaboration network.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fetches all albums and singles from the Spotify API, extracts every featured artist, and displays them in an interactive orbit diagram — with the searched artist at the center.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orbit node searches that artist, enabling recursive exploration of the collaboration graph.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207008"/>
            <a:ext cx="3886200" cy="102412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49961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76672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Search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76672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artist by name via Spotify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395728"/>
            <a:ext cx="3886200" cy="102412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6883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2560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Visualization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76672" y="2852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48 collaborators across 4 rings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3584448"/>
            <a:ext cx="3886200" cy="102412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87705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76672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Click-to-Explore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76672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to search that artist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architecture: Browser → Backend → Spotify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60604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606040" cy="347472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Dev Server)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1207008"/>
            <a:ext cx="260604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3401568" y="1207008"/>
            <a:ext cx="2606040" cy="34747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401568" y="1207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57276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0216" y="1207008"/>
            <a:ext cx="260604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300216" y="1207008"/>
            <a:ext cx="260604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300216" y="1207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157276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 Creds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1920240"/>
            <a:ext cx="292608" cy="0"/>
          </a:xfrm>
          <a:prstGeom prst="line">
            <a:avLst/>
          </a:prstGeom>
          <a:noFill/>
          <a:ln w="254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315468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F23D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16824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/api/*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07608" y="1920240"/>
            <a:ext cx="292608" cy="0"/>
          </a:xfrm>
          <a:prstGeom prst="line">
            <a:avLst/>
          </a:prstGeom>
          <a:noFill/>
          <a:ln w="254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0533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F23D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0448" y="16824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Spotify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2816352"/>
            <a:ext cx="2606040" cy="199339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640080" y="2944368"/>
            <a:ext cx="329184" cy="329184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64008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9848" y="2980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" y="3383280"/>
            <a:ext cx="2286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state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fetch() to /api/features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2816352"/>
            <a:ext cx="2606040" cy="199339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Shape 27"/>
          <p:cNvSpPr/>
          <p:nvPr/>
        </p:nvSpPr>
        <p:spPr>
          <a:xfrm>
            <a:off x="3538728" y="2944368"/>
            <a:ext cx="329184" cy="329184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3538728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68496" y="2980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66160" y="3383280"/>
            <a:ext cx="2286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fetch → Artist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Album pagination → Aggregate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0216" y="2816352"/>
            <a:ext cx="2606040" cy="199339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6437376" y="2944368"/>
            <a:ext cx="329184" cy="329184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64373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67144" y="2980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64808" y="3383280"/>
            <a:ext cx="2286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mainArtist + features[]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React renders orbit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React + Vite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 and key files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931920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0876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98448" y="168249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useState, useCallback, useRef. Component tree: App → OrbitCanvas / ListSection → ArtistNode.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41448"/>
            <a:ext cx="3931920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4320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98448" y="291693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with HMR. Proxy config forwards /api/* to localhost:3000, avoiding CORS in development.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730752"/>
            <a:ext cx="3931920" cy="107899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0"/>
          <p:cNvSpPr/>
          <p:nvPr/>
        </p:nvSpPr>
        <p:spPr>
          <a:xfrm>
            <a:off x="68580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Tree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" y="41513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OrbitCanvas → ArtistNode (×n)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ListSection → ArtistNode (×n)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1207008"/>
            <a:ext cx="402336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3"/>
          <p:cNvSpPr/>
          <p:nvPr/>
        </p:nvSpPr>
        <p:spPr>
          <a:xfrm>
            <a:off x="4828032" y="12710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28032" y="1536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 — search state, fetch logic, view switching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663440" y="1938528"/>
            <a:ext cx="402336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6"/>
          <p:cNvSpPr/>
          <p:nvPr/>
        </p:nvSpPr>
        <p:spPr>
          <a:xfrm>
            <a:off x="4828032" y="200253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OrbitCanvas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28032" y="226771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artists via trigonometry across 4 orbit rings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63440" y="2670048"/>
            <a:ext cx="402336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19"/>
          <p:cNvSpPr/>
          <p:nvPr/>
        </p:nvSpPr>
        <p:spPr>
          <a:xfrm>
            <a:off x="4828032" y="273405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ArtistNode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28032" y="29992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artist bubble with hover tooltip and click handler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663440" y="3401568"/>
            <a:ext cx="402336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2"/>
          <p:cNvSpPr/>
          <p:nvPr/>
        </p:nvSpPr>
        <p:spPr>
          <a:xfrm>
            <a:off x="4828032" y="34655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ListSection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28032" y="37307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scrollable grid with collab count and album tags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663440" y="4133088"/>
            <a:ext cx="402336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5"/>
          <p:cNvSpPr/>
          <p:nvPr/>
        </p:nvSpPr>
        <p:spPr>
          <a:xfrm>
            <a:off x="4828032" y="41970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828032" y="44622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/api → localhost:3000 (dev CORS workaround)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Node.js + Express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and Spotify integration logic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931920" cy="9601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1872" y="16367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native fetch for all Spotify HTTP calls. No extra HTTP library needed.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286000"/>
            <a:ext cx="3931920" cy="9601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5237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404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61872" y="2715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endpoint: GET /api/features?artist={name}. CORS enabled for frontend origin.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364992"/>
            <a:ext cx="3931920" cy="9601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602736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3483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Web API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61872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 OAuth2 — token fetched per request. No user login required.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1207008"/>
            <a:ext cx="4023360" cy="144475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3"/>
          <p:cNvSpPr/>
          <p:nvPr/>
        </p:nvSpPr>
        <p:spPr>
          <a:xfrm>
            <a:off x="4828032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/api/features?artist={name}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28032" y="1645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shape: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28032" y="18745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mainArtist: { id, name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count: number,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features: [{ id, 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count, albums[]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2898648"/>
            <a:ext cx="274320" cy="274320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17"/>
          <p:cNvSpPr/>
          <p:nvPr/>
        </p:nvSpPr>
        <p:spPr>
          <a:xfrm>
            <a:off x="466344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47488" y="2834640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getAccessToken() — POST /api/token with Base64 client credentials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63440" y="3447288"/>
            <a:ext cx="274320" cy="274320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0"/>
          <p:cNvSpPr/>
          <p:nvPr/>
        </p:nvSpPr>
        <p:spPr>
          <a:xfrm>
            <a:off x="466344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047488" y="3383280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searchArtist() — GET /v1/search?type=artist → Spotify ID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663440" y="3995928"/>
            <a:ext cx="274320" cy="274320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3"/>
          <p:cNvSpPr/>
          <p:nvPr/>
        </p:nvSpPr>
        <p:spPr>
          <a:xfrm>
            <a:off x="466344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047488" y="3931920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getArtistAlbums() — paginated GET, limit 10/page until done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663440" y="4544568"/>
            <a:ext cx="274320" cy="274320"/>
          </a:xfrm>
          <a:prstGeom prst="ellipse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6"/>
          <p:cNvSpPr/>
          <p:nvPr/>
        </p:nvSpPr>
        <p:spPr>
          <a:xfrm>
            <a:off x="466344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047488" y="4480560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getFeatures() — reduce to { id: {name, count, albums[]} }, sort by count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– End to 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input to rendered orbit visualization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24912" cy="16459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724912" cy="347472"/>
          </a:xfrm>
          <a:prstGeom prst="rect">
            <a:avLst/>
          </a:prstGeom>
          <a:solidFill>
            <a:srgbClr val="B5F23D">
              <a:alpha val="18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4984" y="12618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645920"/>
            <a:ext cx="23957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setQuery("Drake")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handleSearch(name) on Enter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1188720"/>
            <a:ext cx="2724912" cy="16459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3410712" y="1188720"/>
            <a:ext cx="2724912" cy="347472"/>
          </a:xfrm>
          <a:prstGeom prst="rect">
            <a:avLst/>
          </a:prstGeom>
          <a:solidFill>
            <a:srgbClr val="B5F23D">
              <a:alpha val="18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502152" y="124358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22776" y="12618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5304" y="1645920"/>
            <a:ext cx="23957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fetch('/api/features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?artist=Drake') via proxy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18504" y="1188720"/>
            <a:ext cx="2724912" cy="16459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6318504" y="1188720"/>
            <a:ext cx="2724912" cy="347472"/>
          </a:xfrm>
          <a:prstGeom prst="rect">
            <a:avLst/>
          </a:prstGeom>
          <a:solidFill>
            <a:srgbClr val="B5F23D">
              <a:alpha val="18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409944" y="124358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0568" y="126187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Search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3096" y="1645920"/>
            <a:ext cx="23957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/api/token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 → artistId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2724912" cy="16459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502920" y="3063240"/>
            <a:ext cx="2724912" cy="347472"/>
          </a:xfrm>
          <a:prstGeom prst="rect">
            <a:avLst/>
          </a:prstGeom>
          <a:solidFill>
            <a:srgbClr val="B5F23D">
              <a:alpha val="18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94360" y="311810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14984" y="3136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Pagination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3520440"/>
            <a:ext cx="23957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GET /v1/artists/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{id}/albums, offset+=10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0712" y="3063240"/>
            <a:ext cx="2724912" cy="16459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3410712" y="3063240"/>
            <a:ext cx="2724912" cy="347472"/>
          </a:xfrm>
          <a:prstGeom prst="rect">
            <a:avLst/>
          </a:prstGeom>
          <a:solidFill>
            <a:srgbClr val="B5F23D">
              <a:alpha val="18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3502152" y="311810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22776" y="3136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Aggregation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75304" y="3520440"/>
            <a:ext cx="23957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 artists by 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by collab count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18504" y="3063240"/>
            <a:ext cx="2724912" cy="164592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6318504" y="3063240"/>
            <a:ext cx="2724912" cy="347472"/>
          </a:xfrm>
          <a:prstGeom prst="rect">
            <a:avLst/>
          </a:prstGeom>
          <a:solidFill>
            <a:srgbClr val="B5F23D">
              <a:alpha val="18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6409944" y="311810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30568" y="3136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Orbit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83096" y="3520440"/>
            <a:ext cx="23957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setMainArtist()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setFeatures()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placeOnOrbits()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der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840480" cy="358444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85800" y="1335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utils/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apiCall.js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package.json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frontend/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App.jsx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App.css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main.jsx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vite.config.js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package.json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07008"/>
            <a:ext cx="406908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736592" y="1271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6592" y="15361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server. </a:t>
            </a:r>
            <a:r>
              <a:rPr lang="en-US" sz="105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</a:t>
            </a: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/api/features, wires CORS, </a:t>
            </a:r>
            <a:r>
              <a:rPr lang="en-US" sz="105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startet</a:t>
            </a: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port 3000.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938528"/>
            <a:ext cx="406908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736592" y="20025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apiCall.js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22677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 Spotify logic: token, search, album pagination, feature aggregation.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670048"/>
            <a:ext cx="406908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736592" y="2734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2999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root: state management, fetch, splash vs results view routing.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401568"/>
            <a:ext cx="406908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736592" y="34655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37307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orbit animations, node hover effects, list grid.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4133088"/>
            <a:ext cx="4069080" cy="64008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736592" y="4197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F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44622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proxy: /api/* → localhost:3000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502920"/>
          </a:xfrm>
          <a:prstGeom prst="rect">
            <a:avLst/>
          </a:prstGeom>
          <a:solidFill>
            <a:srgbClr val="B5F23D"/>
          </a:solidFill>
          <a:ln w="12700">
            <a:solidFill>
              <a:srgbClr val="B5F23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Bekannte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Pläne</a:t>
            </a: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die Zukunft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886200" cy="34747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Bugs und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Ungereimtheiten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804672" cy="658368"/>
          </a:xfrm>
          <a:prstGeom prst="rect">
            <a:avLst/>
          </a:prstGeom>
          <a:solidFill>
            <a:srgbClr val="FF5F5F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8105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artist.name[0] crashed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Artist name nicht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804672" cy="658368"/>
          </a:xfrm>
          <a:prstGeom prst="rect">
            <a:avLst/>
          </a:prstGeom>
          <a:solidFill>
            <a:srgbClr val="FF5F5F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5603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link corruption [x](http://x) in apiCall.js broke JS property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18688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804672" cy="658368"/>
          </a:xfrm>
          <a:prstGeom prst="rect">
            <a:avLst/>
          </a:prstGeom>
          <a:solidFill>
            <a:srgbClr val="FF5F5F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33101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Artist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immages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- Timeout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68496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804672" cy="658368"/>
          </a:xfrm>
          <a:prstGeom prst="rect">
            <a:avLst/>
          </a:prstGeom>
          <a:solidFill>
            <a:srgbClr val="FF5F5F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502920" y="3968496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0599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ausgearbetet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207008"/>
            <a:ext cx="3886200" cy="347472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489204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Next Steps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719072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4754880" y="1719072"/>
            <a:ext cx="804672" cy="658368"/>
          </a:xfrm>
          <a:prstGeom prst="rect">
            <a:avLst/>
          </a:prstGeom>
          <a:solidFill>
            <a:srgbClr val="B5F23D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754880" y="1719072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8105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Vorschlagsfunktion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angezeigt</a:t>
            </a:r>
            <a:endParaRPr lang="en-US" sz="11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804672" cy="658368"/>
          </a:xfrm>
          <a:prstGeom prst="rect">
            <a:avLst/>
          </a:prstGeom>
          <a:solidFill>
            <a:srgbClr val="B5F23D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4754880" y="2468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25603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Spotify tokens server-side — they're valid for 3600s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218688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4754880" y="3218688"/>
            <a:ext cx="804672" cy="658368"/>
          </a:xfrm>
          <a:prstGeom prst="rect">
            <a:avLst/>
          </a:prstGeom>
          <a:solidFill>
            <a:srgbClr val="B5F23D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4754880" y="321868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33101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CH" sz="1100" noProof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Hinzufügen einer Zweiten API, welche die Images zu Verfügung stellen kann</a:t>
            </a:r>
            <a:endParaRPr lang="de-CH" sz="1100" noProof="0" dirty="0"/>
          </a:p>
        </p:txBody>
      </p:sp>
      <p:sp>
        <p:nvSpPr>
          <p:cNvPr id="37" name="Shape 35"/>
          <p:cNvSpPr/>
          <p:nvPr/>
        </p:nvSpPr>
        <p:spPr>
          <a:xfrm>
            <a:off x="4754880" y="3968496"/>
            <a:ext cx="3886200" cy="658368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8" name="Shape 36"/>
          <p:cNvSpPr/>
          <p:nvPr/>
        </p:nvSpPr>
        <p:spPr>
          <a:xfrm>
            <a:off x="4754880" y="3968496"/>
            <a:ext cx="804672" cy="658368"/>
          </a:xfrm>
          <a:prstGeom prst="rect">
            <a:avLst/>
          </a:prstGeom>
          <a:solidFill>
            <a:srgbClr val="B5F23D">
              <a:alpha val="20000"/>
            </a:srgbClr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Text 37"/>
          <p:cNvSpPr/>
          <p:nvPr/>
        </p:nvSpPr>
        <p:spPr>
          <a:xfrm>
            <a:off x="4754880" y="3968496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F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40599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CH" sz="1100" noProof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Besseres ausgearbeitetes Design</a:t>
            </a:r>
            <a:endParaRPr lang="de-CH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Bildschirmpräsentation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Radar</dc:title>
  <dc:subject>PptxGenJS Presentation</dc:subject>
  <dc:creator>PptxGenJS</dc:creator>
  <cp:lastModifiedBy>Krinninger Niki KSS 3A</cp:lastModifiedBy>
  <cp:revision>2</cp:revision>
  <dcterms:created xsi:type="dcterms:W3CDTF">2026-04-29T11:28:43Z</dcterms:created>
  <dcterms:modified xsi:type="dcterms:W3CDTF">2026-04-29T12:35:07Z</dcterms:modified>
</cp:coreProperties>
</file>